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6858000" cx="12192000"/>
  <p:notesSz cx="6858000" cy="9144000"/>
  <p:embeddedFontLst>
    <p:embeddedFont>
      <p:font typeface="Teko"/>
      <p:regular r:id="rId9"/>
      <p:bold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hJZIDsCnfdR829ik2iKIQwd/X7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customschemas.google.com/relationships/presentationmetadata" Target="metadata"/><Relationship Id="rId10" Type="http://schemas.openxmlformats.org/officeDocument/2006/relationships/font" Target="fonts/Teko-bold.fntdata"/><Relationship Id="rId9" Type="http://schemas.openxmlformats.org/officeDocument/2006/relationships/font" Target="fonts/Teko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" name="Google Shape;1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7" name="Google Shape;27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0" name="Google Shape;40;p1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2" name="Google Shape;42;p1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8" name="Google Shape;58;p1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9" name="Google Shape;5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7"/>
          <p:cNvSpPr/>
          <p:nvPr/>
        </p:nvSpPr>
        <p:spPr>
          <a:xfrm>
            <a:off x="7372110" y="3247674"/>
            <a:ext cx="3524400" cy="1833600"/>
          </a:xfrm>
          <a:prstGeom prst="round2DiagRect">
            <a:avLst>
              <a:gd fmla="val 6495" name="adj1"/>
              <a:gd fmla="val 0" name="adj2"/>
            </a:avLst>
          </a:prstGeom>
          <a:solidFill>
            <a:srgbClr val="AED4D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373E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 txBox="1"/>
          <p:nvPr/>
        </p:nvSpPr>
        <p:spPr>
          <a:xfrm>
            <a:off x="609600" y="1869550"/>
            <a:ext cx="10972800" cy="4679100"/>
          </a:xfrm>
          <a:prstGeom prst="rect">
            <a:avLst/>
          </a:prstGeom>
          <a:solidFill>
            <a:srgbClr val="1A373E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b="1"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Total Crimes: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- Sum of all reported crimes in the dataset.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b="1"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Crime Distribution by Year and Yearly Changes: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- Analysis of crimes categorized by year, including insights into the year-over-year changes.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b="1"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Crimes by Time Range (e.g., 3:00 AM to 5:59 AM):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- Exploration of crime occurrences within specific time intervals, providing a detailed breakdown.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4. </a:t>
            </a:r>
            <a:r>
              <a:rPr b="1"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Heatmap Showing Crime Distribution by Weekdays and Months: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- Visualization using a hitmap to illustrate how crimes are distributed across weekdays and months.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5. </a:t>
            </a:r>
            <a:r>
              <a:rPr b="1"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Crimes by Country: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- Examination of crimes categorized by the country where they occurred.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2476982" y="324695"/>
            <a:ext cx="6753827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Dashboard Tasks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2476934" y="1161543"/>
            <a:ext cx="6753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B0F0"/>
                </a:solidFill>
                <a:latin typeface="Teko"/>
                <a:ea typeface="Teko"/>
                <a:cs typeface="Teko"/>
                <a:sym typeface="Teko"/>
              </a:rPr>
              <a:t>Read Through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4000">
        <p14:vortex dir="r"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EDCE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3"/>
          <p:cNvPicPr preferRelativeResize="0"/>
          <p:nvPr/>
        </p:nvPicPr>
        <p:blipFill rotWithShape="1">
          <a:blip r:embed="rId3">
            <a:alphaModFix/>
          </a:blip>
          <a:srcRect b="5390" l="-52138" r="0" t="-5390"/>
          <a:stretch/>
        </p:blipFill>
        <p:spPr>
          <a:xfrm>
            <a:off x="-7484400" y="-638287"/>
            <a:ext cx="17731700" cy="749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 p14:dur="800">
    <p:circl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373E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4"/>
          <p:cNvPicPr preferRelativeResize="0"/>
          <p:nvPr/>
        </p:nvPicPr>
        <p:blipFill rotWithShape="1">
          <a:blip r:embed="rId3">
            <a:alphaModFix/>
          </a:blip>
          <a:srcRect b="6270" l="3410" r="-3410" t="-6270"/>
          <a:stretch/>
        </p:blipFill>
        <p:spPr>
          <a:xfrm>
            <a:off x="0" y="291450"/>
            <a:ext cx="13204176" cy="536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595959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/>
          <p:nvPr/>
        </p:nvSpPr>
        <p:spPr>
          <a:xfrm>
            <a:off x="2155299" y="1390559"/>
            <a:ext cx="7104448" cy="869553"/>
          </a:xfrm>
          <a:prstGeom prst="rect">
            <a:avLst/>
          </a:prstGeom>
          <a:solidFill>
            <a:srgbClr val="CD4B6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1074375" y="3125013"/>
            <a:ext cx="1689900" cy="1944900"/>
          </a:xfrm>
          <a:prstGeom prst="rect">
            <a:avLst/>
          </a:prstGeom>
          <a:solidFill>
            <a:srgbClr val="CD4B6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endPos="30000" fadeDir="5400012" kx="0" rotWithShape="0" algn="bl" stPos="0" sy="-100000" ky="0"/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3284075" y="3180642"/>
            <a:ext cx="3524488" cy="1833633"/>
          </a:xfrm>
          <a:prstGeom prst="round2DiagRect">
            <a:avLst>
              <a:gd fmla="val 6495" name="adj1"/>
              <a:gd fmla="val 0" name="adj2"/>
            </a:avLst>
          </a:prstGeom>
          <a:solidFill>
            <a:srgbClr val="D0E4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 txBox="1"/>
          <p:nvPr/>
        </p:nvSpPr>
        <p:spPr>
          <a:xfrm>
            <a:off x="3096227" y="1271338"/>
            <a:ext cx="5185458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Used Colors</a:t>
            </a:r>
            <a:endParaRPr/>
          </a:p>
        </p:txBody>
      </p:sp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2023-12-17T17:47:56Z</dcterms:created>
  <dc:creator>Ismaila Mumuni</dc:creator>
</cp:coreProperties>
</file>